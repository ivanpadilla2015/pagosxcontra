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3304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GESTION DE PAGOS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Gestion Integral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Contratos, Facturacion y Pagos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 Ejecutiva |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ORGANIZACIONAL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457199" y="1097280"/>
            <a:ext cx="83157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dedicadas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</a:t>
            </a: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tramites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realizados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 </a:t>
            </a: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transaccion genera un contrato con un proveedor, el cual debe ser gestionado desde su creacion hasta el pago final.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EB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Creacion, seguimiento y control de saldos por contrato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228600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9456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3474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con regimes tributarios y retenciones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228600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EBF5FB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3192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474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Creacion con calculo automatico de retenciones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28600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EBF5F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6928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3474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Confirmacion con descuento de saldos en tiempo real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228600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EBF5FB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40664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0" y="3474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gestion y cumplimiento mensual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QUE RESUELVE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saldos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existia forma confiable de determinar cuanto se habia facturado y cuanto restaba por pagar por contrato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Retenciones manuales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057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calculo de retefuente, reteica, reteiva y parafiscales generaba errores y riesgo fiscal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Duplicidad de pagos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743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misma factura podia incluirse en multiples pagos sin ningun control automatico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en papel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429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Carpetas, planillas y actas fisicas dificultaban la auditoria y recuperacion de informacion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lentos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114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un reporte de retenciones o contratos tomaba horas de trabajo manual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ESTRATEGICOS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9F4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Financiero en Tiempo Real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508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contrato refleja su saldo disponible de forma automatica, descontando valores facturados y pagados.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9F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2514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423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Calculo Automatico de Retenciones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calculo que aplica tarifas segun regimen tributario, tipo de producto y jurisdiccion municipal.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9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749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977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factura vinculada a su contrato; cada pago, a sus facturas; cada informe, a los pagos del periodo.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9F4"/>
          </a:solidFill>
          <a:ln/>
        </p:spPr>
      </p:sp>
      <p:sp>
        <p:nvSpPr>
          <p:cNvPr id="21" name="Shape 19"/>
          <p:cNvSpPr/>
          <p:nvPr/>
        </p:nvSpPr>
        <p:spPr>
          <a:xfrm>
            <a:off x="489204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Prevencion de Errores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32120" y="1508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automaticas que impiden facturar mas del saldo, duplicar pagos o registrar transacciones incompletas.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331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9F4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2514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32120" y="2423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Unificacion Operativa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proveedores, facturas, pagos, actas, informes y tramites convergen en una unica plataforma.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COMPETITIVAS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EBF5F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2560320"/>
            <a:ext cx="822960" cy="274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7432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Retenciones calculadas correctamente segun la normativa tributaria colombiana vigente.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Reduccion de Tiempo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2560320"/>
            <a:ext cx="822960" cy="274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7432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pago que antes tomaba horas de revision ahora se confirma en minutos.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Total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2560320"/>
            <a:ext cx="822960" cy="274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7432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movimiento registrado con usuario, fecha y contexto completo.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18872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EBF5F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ILIMITADO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2560320"/>
            <a:ext cx="822960" cy="274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7432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multiples contratos, proveedores y tipos de facturacion simultaneamente.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SISTEMA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EBF5F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el contrato con proveedor, rubros y valores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57400" y="13716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FDEBD0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155448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57400" y="21945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6060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factura. Se calculan retenciones automaticamente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0480" y="13716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EBF5FB"/>
          </a:solidFill>
          <a:ln/>
        </p:spPr>
      </p:sp>
      <p:sp>
        <p:nvSpPr>
          <p:cNvPr id="18" name="Shape 16"/>
          <p:cNvSpPr/>
          <p:nvPr/>
        </p:nvSpPr>
        <p:spPr>
          <a:xfrm>
            <a:off x="4343400" y="155448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0" y="21945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26060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acta de recibo con productos entregados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578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23560" y="13716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FDEBD0"/>
          </a:solidFill>
          <a:ln/>
        </p:spPr>
      </p:sp>
      <p:sp>
        <p:nvSpPr>
          <p:cNvPr id="24" name="Shape 22"/>
          <p:cNvSpPr/>
          <p:nvPr/>
        </p:nvSpPr>
        <p:spPr>
          <a:xfrm>
            <a:off x="6126480" y="155448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23560" y="21945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26060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confirma el pago y se descuenta el saldo del contrato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06640" y="13716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EBF5FB"/>
          </a:solidFill>
          <a:ln/>
        </p:spPr>
      </p:sp>
      <p:sp>
        <p:nvSpPr>
          <p:cNvPr id="30" name="Shape 28"/>
          <p:cNvSpPr/>
          <p:nvPr/>
        </p:nvSpPr>
        <p:spPr>
          <a:xfrm>
            <a:off x="7909560" y="155448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06640" y="21945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52360" y="26060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reporta el avance mensual al contrato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genera un registro completo y auditable en el sistema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CONTROL DE ACCESO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roles y permisos con 11 modulos independientes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2F4F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463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dashboard.view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65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965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proveedores.view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2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68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4688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contratos.view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9718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facturar.view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2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474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3474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pagos.view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977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Tramite de Pagos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68880" y="39776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tramite.view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46304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2F4F4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463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1463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informes.view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96596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1965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1965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registros.view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46888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2F4F4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468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24688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reportes.view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97180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29718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otros.view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47472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2F4F4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474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3474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admin.manage-roles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= 11 permisos | Usuario = permisos asignados individualmente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SINTESIS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810512"/>
            <a:ext cx="228600" cy="2286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79222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Transformamos procesos manuales en un sistema automatizado y confiable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313432"/>
            <a:ext cx="228600" cy="2286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29514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240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completa: contrato -&gt; factura -&gt; pago -&gt; informe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816352"/>
            <a:ext cx="228600" cy="2286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79806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 tributario colombiano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3319272"/>
            <a:ext cx="228600" cy="2286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30098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246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financiero en tiempo real con prevencion de errores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3822192"/>
            <a:ext cx="228600" cy="2286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80390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juridica, eficiencia operativa y control real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gracias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554</Words>
  <Application>Microsoft Office PowerPoint</Application>
  <PresentationFormat>Presentación en pantalla (16:9)</PresentationFormat>
  <Paragraphs>132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Pagos por Contrato - Conferencia</dc:title>
  <dc:subject>PptxGenJS Presentation</dc:subject>
  <dc:creator>Pagos por Contrato</dc:creator>
  <cp:lastModifiedBy>IvanPadilla</cp:lastModifiedBy>
  <cp:revision>4</cp:revision>
  <dcterms:created xsi:type="dcterms:W3CDTF">2026-09-21T18:20:26Z</dcterms:created>
  <dcterms:modified xsi:type="dcterms:W3CDTF">2026-09-21T18:39:10Z</dcterms:modified>
</cp:coreProperties>
</file>